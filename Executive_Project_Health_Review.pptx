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C98A1D"/>
              </a:solidFill>
              <a:effectLst/>
            </c:spPr>
          </c:dPt>
          <c:dPt>
            <c:idx val="2"/>
            <c:bubble3D val="0"/>
            <c:spPr>
              <a:solidFill>
                <a:srgbClr val="1E7A4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Red</c:v>
                </c:pt>
                <c:pt idx="1">
                  <c:v>Amber</c:v>
                </c:pt>
                <c:pt idx="2">
                  <c:v>Green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32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98A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8A1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Project_Plan_B</c:v>
                  </c:pt>
                  <c:pt idx="1">
                    <c:v>Outokumpu- S2P Project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76.5</c:v>
                </c:pt>
                <c:pt idx="1">
                  <c:v>58.7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108960"/>
            <a:ext cx="3657600" cy="3657600"/>
          </a:xfrm>
          <a:prstGeom prst="ellipse">
            <a:avLst/>
          </a:prstGeom>
          <a:solidFill>
            <a:srgbClr val="2B3A8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PROJECT HEALTH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Health, Trends &amp; Risk Outlook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Synthesis — July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Project Health Reporting Agent  |  Professional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4963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Reviewed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24963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/ Amber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24963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Health Score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8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0" y="24963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Overrides vs. Self-Report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portfolio's average composite health score is 68/100.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 projects carry an overall status that differs from what their own status sheet self-reports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once schedule slippage, critical-path risk, and stakeholder comments are weighed together rather than read in isolation.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Outokumpu- S2P Project is the portfolio's most urgent item, rated Red at a 58.7/100 composite score.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FOR THE CLIENT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230368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schedule health is no longer a reliable single indicator across this portfolio — composite, multi-signal scoring is now the basis for governance decisions and client updates.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 |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Health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DISTRIBUTION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4206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0" y="1554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HEALTH SCORE BY PROJECT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937760" y="187452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 | 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Cross-Portfolio Trend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status is systematically unreliable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98424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 projects show a computed RAG that diverges from their own Schedule Health field — in both directions (one overly optimistic, one overly pessimistic). This is a portfolio-wide pattern, not an isolated data-entry issue, and points to inconsistent local definitions of "Green" across PMs.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063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Critical-path risk is concentrated, not evenly spread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4472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critical-path tasks across the portfolio are either Red or trending behind schedule. Where slippage exists, it clusters on the critical path rather than being spread evenly across the plan — the projects most at risk are at risk because of a small number of high-leverage tasks.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4456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44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4526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severity is rising with project maturity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91032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where slippage exists is 10.8 days across the portfolio, with 53 open tasks already past their planned end date. Later-stage projects (higher % complete) show materially larger average delays than earlier-stage ones — schedule risk compounds rather than resolves as projects mature.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 | 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&amp; Common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Critical-path slippage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projects carry delayed or Red critical-path tasks that directly threaten committed end dates.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85623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C98A1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5623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approvals as silent blockers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71576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comments repeatedly reference approvals and dependencies awaiting sign-off — a leading indicator that precedes visible schedule slippage.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4223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C98A1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4223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self-reported RAG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00176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Schedule Health values are not comparable across projects, undermining portfolio-level roll-ups unless re-scored centrally.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14223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4223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457200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Completion-vs-timeline gap widening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500176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project shows completion trailing elapsed timeline by a double-digit percentage, with no compensating acceleration visible.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 |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EB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166420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RAG scoring centrally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04825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composite scoring model portfolio-wide so status is comparable across PMs and projects, replacing locally-defined Schedule Health fields as the reporting source of truth.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816352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EB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2834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a critical-path escalation trigger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321868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critical-path task slipping more than 5 business days should auto-generate a follow-up action, rather than waiting for the next weekly cycle.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986784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EB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63040" y="400507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approval-latency gap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43891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pending-approval comments as a distinct leading indicator and assign an SLA (e.g. 3 business days) before they convert into schedule slippage.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15721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EB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63040" y="517550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steering review for Red/Amber projects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55595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a standing weekly checkpoint for any project below an 80 composite score until it returns to Green.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 | 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Requiring Attention — Detail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237744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005840"/>
                <a:gridCol w="914400"/>
                <a:gridCol w="1645920"/>
                <a:gridCol w="1371600"/>
                <a:gridCol w="1645920"/>
              </a:tblGrid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Open Overdue Tasks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Critical Risk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Self-Report vs. Computed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</a:rPr>
                        <a:t>Outokumpu- S2P Project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</a:rPr>
                        <a:t>Aftab Hashambhai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Red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</a:rPr>
                        <a:t>58.7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</a:rPr>
                        <a:t>28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</a:rPr>
                        <a:t>12/15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</a:rPr>
                        <a:t>Green → Red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</a:rPr>
                        <a:t>Project_Plan_B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</a:rPr>
                        <a:t>Rajat Bothra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98A1D"/>
                          </a:solidFill>
                        </a:rPr>
                        <a:t>Amber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</a:rPr>
                        <a:t>76.5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</a:rPr>
                        <a:t>2/50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</a:rPr>
                        <a:t>Red → Amber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status is calculated from a weighted composite of schedule slippage (30%), completion vs. elapsed timeline (20%), critical-path task health (20%), stakeholder blocker signals (15%), and milestone health (15%), with override rules that cap the rating when critical-path or blocker risk is severe. Full methodology available on request.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the most recent weekly extract for each project. Portfolio of 2 project(s) reviewed this cycle.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 |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Project Health Review</dc:title>
  <dc:subject>PptxGenJS Presentation</dc:subject>
  <dc:creator>Project Health Reporting Agent</dc:creator>
  <cp:lastModifiedBy>Project Health Reporting Agent</cp:lastModifiedBy>
  <cp:revision>1</cp:revision>
  <dcterms:created xsi:type="dcterms:W3CDTF">2026-07-07T18:16:53Z</dcterms:created>
  <dcterms:modified xsi:type="dcterms:W3CDTF">2026-07-07T18:16:53Z</dcterms:modified>
</cp:coreProperties>
</file>